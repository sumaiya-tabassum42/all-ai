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Advances in Artificial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Industries and Shaping the Future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Key Milestones in AI Development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Generative AI: Creating the New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Large Language Models (LLMs) for text generation, summarization, and translation.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Diffusion Models for photorealistic image and video creation.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AI-powered music composition and sound design.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Code generation and assistance tools for software development.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The Power of Large Language Models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Understanding and generating human-like text at scale.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Applications: chatbots, content creation, customer service, research assistance.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Continuous improvement in logic, reasoning, and factual accuracy.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AI Adoption Across Industries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AI: Enhanced vs. Autonomous Systems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Ethical Considerations and Future Outlook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Bias in AI datasets and algorithms.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Job displacement and reskilling needs.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Privacy and data security concerns.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Regulation and governance of AI development.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Continued advancements in specialized AI and general intelligence.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Conclusion: The AI Revolution Continues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Recent AI advances are fundamentally changing how we live and work.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Generative AI and sophisticated algorithms are opening new frontiers.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Responsible development and thoughtful implementation are crucial for a positive future.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Recent Advances in Artificial Intelligence</dc:title>
  <dc:subject>Recent Advances in Artificial Intelligence</dc:subject>
  <dc:creator>ALL AI</dc:creator>
  <cp:lastModifiedBy>ALL AI</cp:lastModifiedBy>
  <cp:revision>1</cp:revision>
  <dcterms:created xsi:type="dcterms:W3CDTF">2026-07-21T08:56:39Z</dcterms:created>
  <dcterms:modified xsi:type="dcterms:W3CDTF">2026-07-21T08:56:39Z</dcterms:modified>
</cp:coreProperties>
</file>