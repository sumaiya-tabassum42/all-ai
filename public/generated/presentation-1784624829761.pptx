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Key Milestones in Modern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955280" y="1005840"/>
            <a:ext cx="3657600" cy="43891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🖼️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AI in Natural Language Processing (NLP)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955280" y="1005840"/>
            <a:ext cx="3657600" cy="43891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🖼️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201168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✅ Advanced translation and summarization.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1645920"/>
            <a:ext cx="201168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600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✅ Sophisticated chatbots and virtual assistants.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194560"/>
            <a:ext cx="201168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148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✅ Sentiment analysis and content moderation.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201168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697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✅ Code generation and text completion.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Impact of AI on Industries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955280" y="1005840"/>
            <a:ext cx="3657600" cy="43891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🖼️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Traditional AI vs. Modern Generative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955280" y="1005840"/>
            <a:ext cx="3657600" cy="43891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🖼️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Ethical Considerations &amp; Future Trends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955280" y="1005840"/>
            <a:ext cx="3657600" cy="43891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🖼️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201168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✅ Bias in AI models and data.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1645920"/>
            <a:ext cx="201168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600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✅ Job displacement and reskilling needs.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194560"/>
            <a:ext cx="201168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148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✅ Responsible AI development and deployment.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201168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697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✅ Emerging areas: AI in healthcare, scientific discovery, robotics.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201168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246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✅ Towards Artificial General Intelligence (AGI).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Conclusion: The Evolving Landscape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955280" y="1005840"/>
            <a:ext cx="3657600" cy="43891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🖼️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201168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✅ AI is rapidly transforming industries and daily life.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1645920"/>
            <a:ext cx="201168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600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✅ Generative AI represents a significant leap forward.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194560"/>
            <a:ext cx="201168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148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✅ Continued innovation requires thoughtful ethical consideration.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201168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697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✅ The future of AI is dynamic and full of potential.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Recent Advances in Artificial Intelligence</dc:title>
  <dc:subject>Recent Advances in Artificial Intelligence</dc:subject>
  <dc:creator>ALL AI</dc:creator>
  <cp:lastModifiedBy>ALL AI</cp:lastModifiedBy>
  <cp:revision>1</cp:revision>
  <dcterms:created xsi:type="dcterms:W3CDTF">2026-07-21T09:07:09Z</dcterms:created>
  <dcterms:modified xsi:type="dcterms:W3CDTF">2026-07-21T09:07:09Z</dcterms:modified>
</cp:coreProperties>
</file>