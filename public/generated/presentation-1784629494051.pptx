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Recent Advances in Artificial Intelligence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Exploring the Frontier of Intelligent Machines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Generated by ALL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⏳ A Brief History of AI Milestones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43891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Expansion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4526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Era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Key Areas of Recent AI Advancement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Large Language Models (LLMs) and Generative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Reinforcement Learning and Autonomous Systems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Computer Vision and Image/Video Analysis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in Healthcare and Scientific Discovery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Generative AI: Unleashing Creativity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Text Generation: Realistic and coherent human-like 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Image Synthesis: Creating novel visuals from descriptions.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Code Generation: Assisting developers with programming tasks.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Multimodal Capabilities: Understanding and generating across different data types.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⚖️ AI's Impact: Then vs. Now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Very 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92%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Automation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Growth in AI Investment (USD Billions)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AI Horizon: What's Next?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Ethical AI and Responsible Development are Paramount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Continued Integration into Everyday Life and Industries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Pushing the Boundaries of Human-AI Collaboration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The journey of AI is just beginning.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2026-07-21T10:24:54Z</dcterms:created>
  <dcterms:modified xsi:type="dcterms:W3CDTF">2026-07-21T10:24:54Z</dcterms:modified>
</cp:coreProperties>
</file>