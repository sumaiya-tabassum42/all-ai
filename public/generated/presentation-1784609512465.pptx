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1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2</a:t>
            </a:r>
            <a:endParaRPr lang="en-US" sz="2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3</a:t>
            </a:r>
            <a:endParaRPr lang="en-US" sz="2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4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5</a:t>
            </a:r>
            <a:endParaRPr lang="en-US"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6</a:t>
            </a:r>
            <a:endParaRPr lang="en-US" sz="24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7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Slide 8</a:t>
            </a:r>
            <a:endParaRPr lang="en-US" sz="2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MySoft Heaven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AI Generated Presentation</dc:title>
  <dc:subject>Generated Presentation</dc:subject>
  <dc:creator>ALL AI</dc:creator>
  <cp:lastModifiedBy>ALL AI</cp:lastModifiedBy>
  <cp:revision>1</cp:revision>
  <dcterms:created xsi:type="dcterms:W3CDTF">2026-07-21T04:51:52Z</dcterms:created>
  <dcterms:modified xsi:type="dcterms:W3CDTF">2026-07-21T04:51:52Z</dcterms:modified>
</cp:coreProperties>
</file>