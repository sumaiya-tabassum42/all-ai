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75120"/>
            <a:ext cx="12188952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14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🚀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9144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</a:rPr>
              <a:t>The Future is Now: Groundbreaking Advancements in Modern Science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097280" y="18288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Exploring the Frontiers of Innovation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97280" y="2606040"/>
            <a:ext cx="18288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217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Generated by ALL AI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475720" y="635508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75120"/>
            <a:ext cx="12188952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📌 Artificial Intelligence: The New Frontier</a:t>
            </a:r>
            <a:endParaRPr lang="en-US" sz="2400" dirty="0"/>
          </a:p>
        </p:txBody>
      </p:sp>
      <p:pic>
        <p:nvPicPr>
          <p:cNvPr id="5" name="Image 0" descr="https://source.unsplash.com/1600x900/?futuristic%20AI%20concep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097280"/>
            <a:ext cx="3566160" cy="42062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1143000"/>
            <a:ext cx="164592" cy="1645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51560" y="109728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Learning and problem-solving capabilities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31520" y="1691640"/>
            <a:ext cx="164592" cy="1645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51560" y="164592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Driving automation and efficiency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31520" y="2240280"/>
            <a:ext cx="164592" cy="1645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51560" y="219456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Enabling new discoveries and insights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1475720" y="635508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75120"/>
            <a:ext cx="12188952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⏳ Key Milestones in Genetic Engineering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188720" y="1280160"/>
            <a:ext cx="0" cy="438912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371600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0" y="1371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2022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43200" y="1371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Foundation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51560" y="2423160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0" y="2423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2023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743200" y="2423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Growth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51560" y="3474720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45920" y="3474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2024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743200" y="3474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Expansion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51560" y="4526280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45920" y="45262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2025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743200" y="4526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AI Era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475720" y="635508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75120"/>
            <a:ext cx="12188952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📊 Growth in Renewable Energy Adoption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25603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17320"/>
            <a:ext cx="2560320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828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Increase in global solar power capacity annually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429000" y="1417320"/>
            <a:ext cx="25603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1417320"/>
            <a:ext cx="256032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1828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611880" y="2514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Contribution of wind energy to global electricity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17920" y="1417320"/>
            <a:ext cx="25603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417320"/>
            <a:ext cx="2560320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828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400800" y="2514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Projected growth in battery storage by 2025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75720" y="635508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75120"/>
            <a:ext cx="12188952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📌 Investment Trends in Quantum Computing</a:t>
            </a:r>
            <a:endParaRPr lang="en-US" sz="2400" dirty="0"/>
          </a:p>
        </p:txBody>
      </p:sp>
      <p:pic>
        <p:nvPicPr>
          <p:cNvPr id="5" name="Image 0" descr="https://source.unsplash.com/1600x900/?Investment%20Trends%20in%20Quantum%20Compu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097280"/>
            <a:ext cx="3566160" cy="4206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75720" y="635508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75120"/>
            <a:ext cx="12188952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⚖️ Traditional vs. Nanotechnology Materials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10332720" cy="914400"/>
        </p:xfrm>
        <a:graphic>
          <a:graphicData uri="http://schemas.openxmlformats.org/drawingml/2006/table">
            <a:tbl>
              <a:tblPr/>
              <a:tblGrid>
                <a:gridCol w="3444240"/>
                <a:gridCol w="3444240"/>
                <a:gridCol w="3444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34155"/>
                          </a:solidFill>
                        </a:rPr>
                        <a:t>Feature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34155"/>
                          </a:solidFill>
                        </a:rPr>
                        <a:t>Current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34155"/>
                          </a:solidFill>
                        </a:rPr>
                        <a:t>Future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34155"/>
                          </a:solidFill>
                        </a:rPr>
                        <a:t>Speed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34155"/>
                          </a:solidFill>
                        </a:rPr>
                        <a:t>Fast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34155"/>
                          </a:solidFill>
                        </a:rPr>
                        <a:t>Very Fast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34155"/>
                          </a:solidFill>
                        </a:rPr>
                        <a:t>Accuracy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34155"/>
                          </a:solidFill>
                        </a:rPr>
                        <a:t>92%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34155"/>
                          </a:solidFill>
                        </a:rPr>
                        <a:t>98%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34155"/>
                          </a:solidFill>
                        </a:rPr>
                        <a:t>Automation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34155"/>
                          </a:solidFill>
                        </a:rPr>
                        <a:t>Partial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34155"/>
                          </a:solidFill>
                        </a:rPr>
                        <a:t>Full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475720" y="635508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75120"/>
            <a:ext cx="12188952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📌 Inspiring Words on Discovery</a:t>
            </a:r>
            <a:endParaRPr lang="en-US" sz="2400" dirty="0"/>
          </a:p>
        </p:txBody>
      </p:sp>
      <p:pic>
        <p:nvPicPr>
          <p:cNvPr id="5" name="Image 0" descr="https://source.unsplash.com/1600x900/?Inspiring%20Words%20on%20Discover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097280"/>
            <a:ext cx="3566160" cy="4206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75720" y="635508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75120"/>
            <a:ext cx="12188952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📌 The Journey Continues</a:t>
            </a:r>
            <a:endParaRPr lang="en-US" sz="2400" dirty="0"/>
          </a:p>
        </p:txBody>
      </p:sp>
      <p:pic>
        <p:nvPicPr>
          <p:cNvPr id="5" name="Image 0" descr="https://source.unsplash.com/1600x900/?The%20Journey%20Continu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097280"/>
            <a:ext cx="3566160" cy="42062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1143000"/>
            <a:ext cx="164592" cy="1645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51560" y="109728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Science is constantly pushing boundaries, creating a future of unprecedented possibilities.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31520" y="1691640"/>
            <a:ext cx="164592" cy="1645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51560" y="164592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Embrace innovation and stay curious about the world around us.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31520" y="2240280"/>
            <a:ext cx="164592" cy="1645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51560" y="219456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The next breakthrough is just a discovery away.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1475720" y="635508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ALL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Future is Now: Groundbreaking Advancements in Modern Science</dc:title>
  <dc:subject>The Future is Now: Groundbreaking Advancements in Modern Science</dc:subject>
  <dc:creator>ALL AI</dc:creator>
  <cp:lastModifiedBy>ALL AI</cp:lastModifiedBy>
  <cp:revision>1</cp:revision>
  <dcterms:created xsi:type="dcterms:W3CDTF">2026-07-21T10:33:35Z</dcterms:created>
  <dcterms:modified xsi:type="dcterms:W3CDTF">2026-07-21T10:33:35Z</dcterms:modified>
</cp:coreProperties>
</file>