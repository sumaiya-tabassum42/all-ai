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8650" y="2641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00600" y="2070100"/>
            <a:ext cx="3786188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Overview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800600" y="2070100"/>
            <a:ext cx="3657600" cy="22860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00600" y="4254500"/>
            <a:ext cx="3786188" cy="142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Our product offers customizable dashboards for real-time reporting and data-driven decisions. It integrates with third-party tools to enhance operations and scales with business growth for improved efficiency.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2026-07-21T05:40:03Z</dcterms:created>
  <dcterms:modified xsi:type="dcterms:W3CDTF">2026-07-21T05:40:03Z</dcterms:modified>
</cp:coreProperties>
</file>