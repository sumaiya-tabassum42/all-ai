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Recent Advances in Artificial Intelligence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Exploring the Frontier of Intelligent Systems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60604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Generated by ALL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⏳ Key Milestones in AI Evolution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88720" y="1280160"/>
            <a:ext cx="0" cy="438912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242316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Growth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34747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Expansion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452628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AI Era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Generative AI: Creating the New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Text Generation: Advanced LLMs like GPT-4, Bard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Image Synthesis: DALL-E 3, Midjourney, Stable Diffusion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Code Generation: GitHub Copilot and AI code assistants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43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Audio &amp; Video: Emerging AI for media creation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Understanding Large Language Models (LLMs)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Massive datasets and transformer architecture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Incredible context understanding and generation capabilities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Applications: Content creation, summarization, translation, coding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📊 Growth in AI Investment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56032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Billion invested in AI globally (2023 est.)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17320"/>
            <a:ext cx="25603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1188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Projected annual growth rate of AI market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17320"/>
            <a:ext cx="2560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Number of AI-related jobs created yearly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⚖️ AI in Industries: Before vs. Now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332720" cy="914400"/>
        </p:xfrm>
        <a:graphic>
          <a:graphicData uri="http://schemas.openxmlformats.org/drawingml/2006/table">
            <a:tbl>
              <a:tblPr/>
              <a:tblGrid>
                <a:gridCol w="3444240"/>
                <a:gridCol w="3444240"/>
                <a:gridCol w="3444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Current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Future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Speed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Very 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92%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98%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Automation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Partial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Full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The Road Ahead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Continued advancements in LLMs and multimodal AI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Focus on ethical AI development, safety, and bias mitigation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AI's role in scientific discovery, healthcare, and sustainability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Advances in Artificial Intelligence</dc:title>
  <dc:subject>Recent Advances in Artificial Intelligence</dc:subject>
  <dc:creator>ALL AI</dc:creator>
  <cp:lastModifiedBy>ALL AI</cp:lastModifiedBy>
  <cp:revision>1</cp:revision>
  <dcterms:created xsi:type="dcterms:W3CDTF">2026-07-21T10:11:19Z</dcterms:created>
  <dcterms:modified xsi:type="dcterms:W3CDTF">2026-07-21T10:11:19Z</dcterms:modified>
</cp:coreProperties>
</file>