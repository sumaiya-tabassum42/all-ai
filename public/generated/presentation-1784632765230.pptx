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Amazon Prime: More Than Just Fast Shipping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Unpacking the Ecosystem of Benefits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60604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Generated by ALL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What is Amazon Prime?</a:t>
            </a:r>
            <a:endParaRPr lang="en-US" sz="2400" dirty="0"/>
          </a:p>
        </p:txBody>
      </p:sp>
      <p:pic>
        <p:nvPicPr>
          <p:cNvPr id="5" name="Image 0" descr="https://upload.wikimedia.org/wikipedia/commons/9/9e/Amazon_Prime_logo_%282024%29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46720" y="1097280"/>
            <a:ext cx="356616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 membership program by Amazon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Founded in 2005 to enhance customer loyalty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Offers a blend of shipping, entertainment, and shopping perks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31520" y="278892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2743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Continuously evolving to add member value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⏳ Evolution of Prime Benefits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88720" y="1280160"/>
            <a:ext cx="0" cy="438912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242316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Growth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34747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Expansion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452628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AI Era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⚖️ Prime vs. Non-Prime Shopper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332720" cy="914400"/>
        </p:xfrm>
        <a:graphic>
          <a:graphicData uri="http://schemas.openxmlformats.org/drawingml/2006/table">
            <a:tbl>
              <a:tblPr/>
              <a:tblGrid>
                <a:gridCol w="3444240"/>
                <a:gridCol w="3444240"/>
                <a:gridCol w="3444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Current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Future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Speed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Very 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92%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98%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Automation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Partial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Full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📊 Membership Growth &amp; Engagement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56032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Global Prime Members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17320"/>
            <a:ext cx="25603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1188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US Amazon Orders from Prime Members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17320"/>
            <a:ext cx="2560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Average Annual Spend per Prime Member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The Entertainment Powerhouse</a:t>
            </a:r>
            <a:endParaRPr lang="en-US" sz="2400" dirty="0"/>
          </a:p>
        </p:txBody>
      </p:sp>
      <p:pic>
        <p:nvPicPr>
          <p:cNvPr id="5" name="Image 0" descr="https://helios-i.mashable.com/imagery/articles/00LX7Kv9KzqivcDnRWlo74n/hero-image.fill.size_1248x702.v16581741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97280"/>
            <a:ext cx="356616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Prime Video: Award-winning originals and popular movies/TV shows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Prime Music: Millions of ad-free songs and podcasts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Twitch Prime: Free games and in-game content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31520" y="278892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2743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Prime Reading: Access to a rotating selection of books, magazines, and comics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Prime Benefits Usage Breakdown</a:t>
            </a:r>
            <a:endParaRPr lang="en-US" sz="2400" dirty="0"/>
          </a:p>
        </p:txBody>
      </p:sp>
      <p:pic>
        <p:nvPicPr>
          <p:cNvPr id="5" name="Image 0" descr="https://lookaside.fbsbx.com/lookaside/crawler/media/?media_id=101618873498266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97280"/>
            <a:ext cx="35661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Prime: A Transformative Membership</a:t>
            </a:r>
            <a:endParaRPr lang="en-US" sz="2400" dirty="0"/>
          </a:p>
        </p:txBody>
      </p:sp>
      <p:pic>
        <p:nvPicPr>
          <p:cNvPr id="5" name="Image 0" descr="https://lookaside.instagram.com/seo/google_widget/crawler/?media_id=385990658259894719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97280"/>
            <a:ext cx="356616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From shipping to a complete lifestyle ecosystem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Unparalleled value for its subscription fee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Drives customer loyalty and Amazon's market dominance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31520" y="278892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2743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The future of integrated online services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Prime: More Than Just Fast Shipping</dc:title>
  <dc:subject>Amazon Prime: More Than Just Fast Shipping</dc:subject>
  <dc:creator>ALL AI</dc:creator>
  <cp:lastModifiedBy>ALL AI</cp:lastModifiedBy>
  <cp:revision>1</cp:revision>
  <dcterms:created xsi:type="dcterms:W3CDTF">2026-07-21T11:19:26Z</dcterms:created>
  <dcterms:modified xsi:type="dcterms:W3CDTF">2026-07-21T11:19:26Z</dcterms:modified>
</cp:coreProperties>
</file>