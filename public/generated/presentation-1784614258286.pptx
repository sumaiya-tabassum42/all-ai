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Advances in Artificial Intelligence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the Frontier of Innovation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40AF"/>
                </a:solidFill>
              </a:rPr>
              <a:t>Key Milestones in AI Evolution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0584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40AF"/>
                </a:solidFill>
              </a:rPr>
              <a:t>Generative AI: Creating the Future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0584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Models like DALL-E 3 and Midjourney create stunning visuals from text.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LLMs like GPT-4 produce human-quality text for various applications.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Impact on content creation, art, and design is profound.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40AF"/>
                </a:solidFill>
              </a:rPr>
              <a:t>AI in Science vs. AI in Art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0584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40AF"/>
                </a:solidFill>
              </a:rPr>
              <a:t>Growth and Investment in AI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0584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40AF"/>
                </a:solidFill>
              </a:rPr>
              <a:t>AI in Robotics and Automation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0584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Advanced AI enables more dexterous and adaptable robots.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Applications span manufacturing, logistics, healthcare, and exploration.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Human-robot collaboration is becoming increasingly sophisticated.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40AF"/>
                </a:solidFill>
              </a:rPr>
              <a:t>On the Horizon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0584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40AF"/>
                </a:solidFill>
              </a:rPr>
              <a:t>Conclusion: The AI Revolution Continues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0584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AI is rapidly transforming industries and daily life.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Generative AI and AI in science are key areas of growth.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Ethical considerations and responsible development are paramount.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ALL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Recent Advances in Artificial Intelligence</dc:title>
  <dc:subject>Recent Advances in Artificial Intelligence</dc:subject>
  <dc:creator>ALL AI</dc:creator>
  <cp:lastModifiedBy>ALL AI</cp:lastModifiedBy>
  <cp:revision>1</cp:revision>
  <dcterms:created xsi:type="dcterms:W3CDTF">2026-07-21T06:10:58Z</dcterms:created>
  <dcterms:modified xsi:type="dcterms:W3CDTF">2026-07-21T06:10:58Z</dcterms:modified>
</cp:coreProperties>
</file>