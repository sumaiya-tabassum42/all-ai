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Recent Advances in Artificial Intelligence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Exploring the Frontier of Intelligent Systems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2606040"/>
            <a:ext cx="1828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217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Generated by ALL 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⏳ Key Milestones in Modern AI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88720" y="1280160"/>
            <a:ext cx="0" cy="438912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37160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Foundation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51560" y="242316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2423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Growth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51560" y="347472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3474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Expansion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51560" y="452628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4320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AI Era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Revolutionary Advancements in AI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404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0972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Deep Learning breakthroughs in computer vision and natural language processing.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645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Generative AI: Creating realistic images, text, and even code.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1945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Reinforcement Learning: Excelling in complex decision-making and strategy games.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278892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74320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Multimodal AI: Understanding and processing information from multiple sources (text, image, audio).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The Power of Large Language Models (LLMs)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404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0972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Unprecedented text generation and understanding.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645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Applications in content creation, coding assistance, and customer service.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1945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Driving innovation across industries.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⚖️ Generative AI: Then vs. Now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332720" cy="914400"/>
        </p:xfrm>
        <a:graphic>
          <a:graphicData uri="http://schemas.openxmlformats.org/drawingml/2006/table">
            <a:tbl>
              <a:tblPr/>
              <a:tblGrid>
                <a:gridCol w="3444240"/>
                <a:gridCol w="3444240"/>
                <a:gridCol w="3444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Current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Future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Speed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Fast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Very Fast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Accuracy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92%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98%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Automation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Partial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Full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📊 AI Impact Across Industries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256032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Companies expected to use AI by 2025.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29000" y="14173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417320"/>
            <a:ext cx="256032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1188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Projected economic impact of AI in healthcare by 2030.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2560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417320"/>
            <a:ext cx="256032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Increase in productivity reported by early AI adopters.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404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The Future of AI: Opportunities and Challenges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404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0972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Continued innovation in AI capabilities and applications.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645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Ethical considerations and responsible AI development are paramount.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1945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Human-AI collaboration will define the future of work and society.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ALL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Recent Advances in Artificial Intelligence</dc:title>
  <dc:subject>Recent Advances in Artificial Intelligence</dc:subject>
  <dc:creator>ALL AI</dc:creator>
  <cp:lastModifiedBy>ALL AI</cp:lastModifiedBy>
  <cp:revision>1</cp:revision>
  <dcterms:created xsi:type="dcterms:W3CDTF">2026-07-21T09:29:49Z</dcterms:created>
  <dcterms:modified xsi:type="dcterms:W3CDTF">2026-07-21T09:29:49Z</dcterms:modified>
</cp:coreProperties>
</file>