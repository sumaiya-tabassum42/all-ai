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972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The Dawn of a New Era: Modern Science Shaping Our Future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</a:rPr>
              <a:t>Exploring Breakthroughs and Their Impact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2606040"/>
            <a:ext cx="18288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6217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Generated by ALL AI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404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Key Pillars of Modern Science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404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0972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Artificial Intelligence &amp; Machine Learning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645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Biotechnology &amp; Gene Editing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1945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Quantum Computing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278892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74320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Renewable Energy Technologies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Artificial Intelligence: Learning to Think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404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0972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Pattern recognition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645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Predictive analytics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1945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Automation of complex tasks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278892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74320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Personalized experiences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⏳ Milestones in Gene Editing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88720" y="1280160"/>
            <a:ext cx="0" cy="438912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137160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371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0" y="1371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Foundation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051560" y="242316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2423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4320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Growth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51560" y="347472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3474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43200" y="34747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Expansion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51560" y="452628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2025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743200" y="4526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AI Era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Growth in Renewable Energy Investment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404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⚖️ Classical Computing vs. Quantum Computing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332720" cy="914400"/>
        </p:xfrm>
        <a:graphic>
          <a:graphicData uri="http://schemas.openxmlformats.org/drawingml/2006/table">
            <a:tbl>
              <a:tblPr/>
              <a:tblGrid>
                <a:gridCol w="3444240"/>
                <a:gridCol w="3444240"/>
                <a:gridCol w="3444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Feature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Current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Future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Speed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Fast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Very Fast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Accuracy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92%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98%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Automation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Partial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334155"/>
                          </a:solidFill>
                        </a:rPr>
                        <a:t>Full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75120"/>
            <a:ext cx="12188952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📌 The Future Powered by Science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046720" y="109728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6404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🖼️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09728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Continuous innovation across fields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169164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64592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Ethical considerations are paramount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164592" cy="164592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1945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Science will continue to redefine human potential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75720" y="635508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ALL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Dawn of a New Era: Modern Science Shaping Our Future</dc:title>
  <dc:subject>The Dawn of a New Era: Modern Science Shaping Our Future</dc:subject>
  <dc:creator>ALL AI</dc:creator>
  <cp:lastModifiedBy>ALL AI</cp:lastModifiedBy>
  <cp:revision>1</cp:revision>
  <dcterms:created xsi:type="dcterms:W3CDTF">2026-07-21T10:57:48Z</dcterms:created>
  <dcterms:modified xsi:type="dcterms:W3CDTF">2026-07-21T10:57:48Z</dcterms:modified>
</cp:coreProperties>
</file>