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A Brief History Leading to Today's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The Power of Deep Learning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Neural networks with multiple layers for complex pattern recognition.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Revolutionized fields like computer vision and natural language processing.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Enables AI to learn from vast amounts of data.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Growth in AI Investment &amp; Adoption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Generative AI vs. Discriminative AI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Breakthroughs in Natural Language Processing (NLP)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Large Language Models (LLMs) like GPT-3/4, BERT.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Contextual understanding and human-like text generation.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Applications: Chatbots, translation, content creation.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</a:rPr>
              <a:t>The Future is Intelligent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AI continues to rapidly evolve, impacting every industry.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Ethical considerations and responsible development are paramount.</a:t>
            </a:r>
            <a:endParaRPr lang="en-US" sz="1800" dirty="0"/>
          </a:p>
          <a:p>
            <a:pPr marL="228600" indent="-228600"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</a:rPr>
              <a:t>The journey of AI is just beginning, promising further breakthroughs.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ALL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Recent Advances in Artificial Intelligence</dc:title>
  <dc:subject>Recent Advances in Artificial Intelligence</dc:subject>
  <dc:creator>ALL AI</dc:creator>
  <cp:lastModifiedBy>ALL AI</cp:lastModifiedBy>
  <cp:revision>1</cp:revision>
  <dcterms:created xsi:type="dcterms:W3CDTF">2026-07-21T09:01:51Z</dcterms:created>
  <dcterms:modified xsi:type="dcterms:W3CDTF">2026-07-21T09:01:51Z</dcterms:modified>
</cp:coreProperties>
</file>