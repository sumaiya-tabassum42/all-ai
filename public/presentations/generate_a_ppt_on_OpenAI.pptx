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Shaping the Future of Artificial Intelligence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0" y="3749040"/>
            <a:ext cx="6309360" cy="109728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4069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AI Generated 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5303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Powered by ALL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OpenAI: A Brief History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Core Technologies &amp; Innovations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The Power of GPT Models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GPT-3 vs. GPT-4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Global Impact and Adoption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4434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The Road Ahead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OpenAI: A Brief History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98755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90195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2015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645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514600"/>
            <a:ext cx="1463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Founded by Elon Musk, Sam Altman, and others with a mission for safe AGI.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90195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2018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51760" y="2331720"/>
            <a:ext cx="1645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2514600"/>
            <a:ext cx="1463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Release of GPT-1, showcasing powerful language generation capabilities.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90195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2019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0" y="2331720"/>
            <a:ext cx="1645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2514600"/>
            <a:ext cx="1463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Transition to a capped-profit structure to attract investment.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90195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2020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2331720"/>
            <a:ext cx="1645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514600"/>
            <a:ext cx="1463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Launch of GPT-3, setting new benchmarks in natural language understanding and generation.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190195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2022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412480" y="2331720"/>
            <a:ext cx="1645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2514600"/>
            <a:ext cx="1463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Introduction of DALL-E 2, revolutionizing AI image generation.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881360" y="190195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2022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332720" y="2331720"/>
            <a:ext cx="1645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424160" y="2514600"/>
            <a:ext cx="1463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Public release of ChatGPT, bringing advanced AI conversation to millions.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2801600" y="190195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52728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2023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2252960" y="2331720"/>
            <a:ext cx="1645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2344400" y="2514600"/>
            <a:ext cx="1463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GPT-4 launch, demonstrating enhanced multimodal capabilities and reasoning.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Core Technologies &amp; Innovations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Generative Pre-trained Transformers (GPT) for language.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Diffusion models for image generation (DALL-E).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Reinforcement Learning (RL) for complex tasks.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Focus on safety, alignment, and ethical AI development.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The Power of GPT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029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Advanced text generation and summarization.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194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Code generation and debugging.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788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Creative writing and content creation.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Personalized learning and tutoring aids.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15" name="Image 0" descr="C:\Users\sumai\Desktop\ALL AI in one\ALL AI new\public\presentation-cache\1784197327500-c5pkr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80160"/>
            <a:ext cx="4846320" cy="3931920"/>
          </a:xfrm>
          <a:prstGeom prst="ellipse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7920" y="5349240"/>
            <a:ext cx="4846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542239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Abstract representation of GPT neural network layers.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GPT-3 vs. GPT-4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0" y="1280160"/>
            <a:ext cx="5120640" cy="4480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</a:rPr>
              <a:t>GPT-3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7512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GPT-4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148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Strong text generation.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Understands and generates human-like text.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154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154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Widely adopted for diverse applications.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148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95160" y="2148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Multimodal input (text and image).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Superior reasoning and problem-solving.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3154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95160" y="3154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Enhanced creativity and nuance.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More reliable and steerable outputs.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Global Impact and Adoption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331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23317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100M+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Weekly ChatGPT 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371600"/>
            <a:ext cx="2331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371600"/>
            <a:ext cx="23317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783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1000+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74904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API Customers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371600"/>
            <a:ext cx="2331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371600"/>
            <a:ext cx="23317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783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1.5B+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2940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API Requests Per 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5029200"/>
            <a:ext cx="4114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4754880"/>
            <a:ext cx="41148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4480560"/>
            <a:ext cx="41148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4892040"/>
            <a:ext cx="411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Growth Trend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5074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Key metrics highlight market adoption and business impact.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563EB"/>
                </a:solidFill>
              </a:rPr>
              <a:t>“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1E3A8A"/>
                </a:solidFill>
              </a:rPr>
              <a:t>Our mission is to ensure that artificial general intelligence benefits all of humanity.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— OpenAI Mission Statement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5212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Innovation begins with ideas that transform the future.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3A8A"/>
                </a:solidFill>
              </a:rPr>
              <a:t>The Road Ahead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✓ Continued advancement of AI capabilities.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✓ Emphasis on AI safety and alignment.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✓ Democratizing access to powerful AI tools.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✓ Shaping a future where AI empowers humanity.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5029200"/>
            <a:ext cx="4846320" cy="6400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5212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OpenAI: Shaping the Future of Artificial Intelligence</dc:title>
  <dc:subject>OpenAI: Shaping the Future of Artificial Intelligence</dc:subject>
  <dc:creator>ALL AI</dc:creator>
  <cp:lastModifiedBy>ALL AI</cp:lastModifiedBy>
  <cp:revision>1</cp:revision>
  <dcterms:created xsi:type="dcterms:W3CDTF">2026-07-16T10:22:07Z</dcterms:created>
  <dcterms:modified xsi:type="dcterms:W3CDTF">2026-07-16T10:22:07Z</dcterms:modified>
</cp:coreProperties>
</file>