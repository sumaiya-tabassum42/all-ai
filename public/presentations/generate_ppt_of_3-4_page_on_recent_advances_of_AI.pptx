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Accelerating Frontier: Recent Advances in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Innovations Shaping Our Future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AI: Creating the Unseen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Models (LLMs) like GPT-4 and Bard excel at text generation, summarization, and translation.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models (e.g., DALL-E 3, Midjourney) are revolutionizing image and video creation from text prompts.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increasingly being used for creative applications, from music composition to code generation.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 around misinformation and ethical use remain a key area of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 Scientific Discovery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discovery and development significantly accelerated through AI, predicting molecular interactions.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science leverages AI for designing novel materials with desired properties.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Climate modeling and prediction are enhanced by AI's ability to process vast datasets.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assists in analyzing complex biological data for genomics and personalized medicine.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AI and Ethics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fairness, accountability, and transparency (FAT) in AI systems.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of techniques for bias detection and mitigation in algorithms.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Emphasis on privacy-preserving AI methods like federated learning.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frameworks and industry standards are emerging to guide AI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Enhanced Human-Computer Interaction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Understanding (NLU) advancements enable more intuitive voice assistants.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user experiences driven by AI in recommendations and content curation.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accessibility tools are empowering individuals with disabilities.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 are becoming more intelligent and collaborative with AI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Multimodal AI: Bridging Modalities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models that can understand and process information from multiple sources (text, image, audio, video).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capabilities in image captioning, visual question answering, and video summarization.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richer and more context-aware AI applications.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 new avenues for AI in education, healthcare, and entertainment.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AI and Efficiency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Deploying AI models directly on devices (smartphones, IoT) for real-time processing.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latency and increased privacy by processing data locally.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of more efficient and smaller AI models for resource-constrained environments.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Powering smart cities, autonomous vehicles, and industrial automation.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Road Ahead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Continued breakthroughs in general AI capabilities.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integration of AI across all sectors of society.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ethical and societal discussions shaping AI's trajectory.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 of AI promises unprecedented innovation and transformation.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Accelerating Frontier: Recent Advances in Artificial Intelligence</dc:title>
  <dc:subject>The Accelerating Frontier: Recent Advances in Artificial Intelligence</dc:subject>
  <dc:creator>ALL AI</dc:creator>
  <cp:lastModifiedBy>ALL AI</cp:lastModifiedBy>
  <cp:revision>1</cp:revision>
  <dcterms:created xsi:type="dcterms:W3CDTF">2026-07-14T08:47:16Z</dcterms:created>
  <dcterms:modified xsi:type="dcterms:W3CDTF">2026-07-14T08:47:16Z</dcterms:modified>
</cp:coreProperties>
</file>