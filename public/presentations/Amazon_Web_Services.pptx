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25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Amazon Web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Powering Innovation in the Cloud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What is AWS?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0759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34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A subsidiary of Amazon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928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Offers cloud computing services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624328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5117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Provides infrastructure and platform services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282696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095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Pay-as-you-go pricing model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Cloud vs. On-Premises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937760" cy="4754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097280"/>
            <a:ext cx="493776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On-Premises Infrastructure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</a:rPr>
              <a:t>Amazon Web Services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9019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High upfront capital expenditure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Long deployment times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090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Limited scalability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6850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Requires in-house IT management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90195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Low upfront cost, operational expenditure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249631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Rapid deployment and provisioning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09067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Elastic scalability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6850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Managed services, reduced IT overhead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AWS: A Journey of Innovation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7043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AWS launches with SQS (Simple Queue Service)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99339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29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2006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Amazon S3 (Simple Storage Service) and EC2 (Elastic Compute Cloud) are released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1635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529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2011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2816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AWS introduces RDS (Relational Database Service)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63931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758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2014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639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AWS Lambda (serverless compute) is announced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455371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446227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4988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2020s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Continued expansion of services and global regions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AWS: Market Dominance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212080" y="1097280"/>
            <a:ext cx="3108960" cy="43891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25400" dist="50800" dir="2700000">
              <a:srgbClr val="A0A0A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32%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Global Cloud Infrastructure Market Share (Q4 2023)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097280"/>
            <a:ext cx="3108960" cy="43891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25400" dist="50800" dir="2700000">
              <a:srgbClr val="A0A0A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Over 200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Fully featured services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0" y="1097280"/>
            <a:ext cx="3108960" cy="43891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25400" dist="50800" dir="2700000">
              <a:srgbClr val="A0A0A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Over 100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6072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AWS Regions and Availability Zones globally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Key AWS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02336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**Compute:** EC2, Lambda, ECS, EKS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**Storage:** S3, EBS, EFS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**Databases:** RDS, DynamoDB, Redshift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**Networking:** VPC, Route 53, CloudFront</a:t>
            </a:r>
            <a:endParaRPr lang="en-US" sz="1800" dirty="0"/>
          </a:p>
        </p:txBody>
      </p:sp>
      <p:pic>
        <p:nvPicPr>
          <p:cNvPr id="4" name="Image 0" descr="C:\Users\sumai\Desktop\ALL AI in one\ALL AI new\public\presentation-cache\1784110847832-ma4nt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1089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Overview of core AWS service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/>
                </a:solidFill>
              </a:rPr>
              <a:t>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188720" y="10972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334155"/>
                </a:solidFill>
              </a:rPr>
              <a:t>The biggest driver of our success is our obsession with the customer.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— Andy Jassy, CEO of Amazon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The Future with AWS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80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Enables rapid innovation and agility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391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Drives digital transformation across industries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51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Empowers businesses of all sizes to scale globally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109728" cy="109728"/>
          </a:xfrm>
          <a:prstGeom prst="arc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37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The backbone of modern cloud computing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623560"/>
            <a:ext cx="10241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Web Services</dc:title>
  <dc:subject>Amazon Web Services</dc:subject>
  <dc:creator>ALL AI</dc:creator>
  <cp:lastModifiedBy>ALL AI</cp:lastModifiedBy>
  <cp:revision>1</cp:revision>
  <dcterms:created xsi:type="dcterms:W3CDTF">2026-07-15T10:20:47Z</dcterms:created>
  <dcterms:modified xsi:type="dcterms:W3CDTF">2026-07-15T10:20:47Z</dcterms:modified>
</cp:coreProperties>
</file>