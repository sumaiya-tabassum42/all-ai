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Solar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A Journey Through Our Cosmic Neighborhood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749040"/>
            <a:ext cx="630936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069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AI Generated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Powered by ALL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What is the Solar System?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0759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A star, the Sun, and everything that orbits 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928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Includes planets, dwarf planets, moons, asteroids, and comets.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5117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Held together by gravity.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282696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095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A dynamic and ever-changing environment.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The Sun: Our Star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A giant ball of hot gas.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Provides light and heat essential for life on Earth.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Source of solar winds and magnetic fields.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Its immense gravity holds the solar system together.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1784111810379-5xzsy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Sun, our central star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The Planets: A Cosmic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704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Mercury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Closest to the Sun, smallest planet, rocky surface.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9933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Venus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Hottest planet, thick atmosphere, similar size to Earth.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163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Earth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816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Our home, supports liquid water and life.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3931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The Red Planet, potential for past life.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55371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46227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98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Jupiter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Largest planet, gas giant, Great Red Spot.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1520" y="53766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52852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3218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Saturn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5285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Famous for its prominent rings, gas giant.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1520" y="61996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61081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61447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Uranus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68880" y="6108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Ice giant, rotates on its side.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31520" y="70225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69311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6967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Neptune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468880" y="6931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Farthest planet, ice giant, strong winds.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Rocky vs. Gas Giants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4937760" cy="4754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097280"/>
            <a:ext cx="493776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Inner Planets (Rocky)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Outer Planets (Gas/Ice Giants)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190195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Mercury, Venus, Earth, Mars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4963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Smaller, denser, solid surfaces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09067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Fewer moons, no rings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901952"/>
            <a:ext cx="109728" cy="109728"/>
          </a:xfrm>
          <a:prstGeom prst="arc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Jupiter, Saturn, Uranus, Neptune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2496312"/>
            <a:ext cx="109728" cy="109728"/>
          </a:xfrm>
          <a:prstGeom prst="arc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Larger, less dense, gaseous/icy composition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090672"/>
            <a:ext cx="109728" cy="109728"/>
          </a:xfrm>
          <a:prstGeom prst="arc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Many moons, distinct ring systems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Beyond the Planets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Over 200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Known Moons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Millions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Asteroids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Hundreds of Billions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7607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Comets (in the Oort Cloud)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Exploring Our Solar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Robotic missions have visited all planets.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Probes gather data on composition, atmosphere, and geology.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Hubble and James Webb Space Telescopes provide distant views.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Ongoing search for exoplanets and signs of life.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1784111816639-3pnkw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Robotic explorers venturing into space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Our Place in the Cosmos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 vast and wondrous system.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Continually being explored and understood.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7249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51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Solar System is our home, connecting us to the universe.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62356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Solar System</dc:title>
  <dc:subject>Our Solar System</dc:subject>
  <dc:creator>ALL AI</dc:creator>
  <cp:lastModifiedBy>ALL AI</cp:lastModifiedBy>
  <cp:revision>1</cp:revision>
  <dcterms:created xsi:type="dcterms:W3CDTF">2026-07-15T10:36:56Z</dcterms:created>
  <dcterms:modified xsi:type="dcterms:W3CDTF">2026-07-15T10:36:56Z</dcterms:modified>
</cp:coreProperties>
</file>