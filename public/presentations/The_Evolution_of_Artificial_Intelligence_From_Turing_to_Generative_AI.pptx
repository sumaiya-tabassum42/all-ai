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Evolution of Artificial Intelligence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From Turing's Vision to Generative Frontiers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0" y="3749040"/>
            <a:ext cx="6309360" cy="109728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4069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AI Generated 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5303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Powered by ALL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Key Milestones in AI History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2011680"/>
            <a:ext cx="98755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8745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1950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1645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Alan Turing proposes the Turing Test, a benchmark for machine intelligence.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8745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1956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31720" y="2331720"/>
            <a:ext cx="1645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0592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Dartmouth Workshop coins the term 'Artificial Intelligence'.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8745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1997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86200" y="2331720"/>
            <a:ext cx="1645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05072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IBM's Deep Blue defeats Garry Kasparov in chess, a symbolic AI win.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8745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2011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40680" y="2331720"/>
            <a:ext cx="1645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59552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IBM Watson wins Jeopardy!, showcasing natural language processing capabilities.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18745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2012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95160" y="2331720"/>
            <a:ext cx="1645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14032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Deep learning gains traction with AlexNet's image recognition breakthrough.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0" y="18745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2017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49640" y="2331720"/>
            <a:ext cx="1645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68512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Google's AlphaGo Zero masters Go without human data.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0" y="18745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2396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2020s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49640" y="2331720"/>
            <a:ext cx="1645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68512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Rise of Generative AI models like GPT and DALL-E.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Early AI vs. Modern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0" y="1371600"/>
            <a:ext cx="5120640" cy="4206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</a:rPr>
              <a:t>Early AI (Symbolic AI)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7512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Modern AI (Machine Learning)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80760" y="1645920"/>
            <a:ext cx="0" cy="34747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86000"/>
            <a:ext cx="43891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• Rule-based systems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• Expert systems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• Limited scope and adaptability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• Manual feature engineering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2286000"/>
            <a:ext cx="43891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• Data-driven learning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• Neural networks &amp; Deep learning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• Broad capabilities and self-improvement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• Automatic feature learning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The Power of Deep Learning</a:t>
            </a:r>
            <a:endParaRPr lang="en-US" sz="2800" dirty="0"/>
          </a:p>
        </p:txBody>
      </p:sp>
      <p:pic>
        <p:nvPicPr>
          <p:cNvPr id="5" name="Image 0" descr="C:\Users\sumai\Desktop\ALL AI in one\ALL AI new\public\presentation-cache\neural_network_diagram_with_glowing_connections_3d_render_high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97280"/>
            <a:ext cx="4754880" cy="384048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Conceptual representation of a neural network.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828800"/>
            <a:ext cx="43891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Inspired by the human brain's structure.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Enables machines to learn from vast datasets.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Revolutionized image, speech, and natural language processing.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Growth in AI Investment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194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</a:rPr>
              <a:t>$150+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Billion invested globally in AI (estimated 2023)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1554480"/>
            <a:ext cx="2194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</a:rPr>
              <a:t>25%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4904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Annual growth rate in AI market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554480"/>
            <a:ext cx="2194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</a:rPr>
              <a:t>10x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Increase in AI patent filings since 2015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Key metrics showing industry growth and adoption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The Generative AI Revolution</a:t>
            </a:r>
            <a:endParaRPr lang="en-US" sz="2800" dirty="0"/>
          </a:p>
        </p:txBody>
      </p:sp>
      <p:pic>
        <p:nvPicPr>
          <p:cNvPr id="5" name="Image 0" descr="C:\Users\sumai\Desktop\ALL AI in one\ALL AI new\public\presentation-cache\abstract_visualization_of_ai_generating_creative_content_digital_painting_high_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97280"/>
            <a:ext cx="4754880" cy="384048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AI generating diverse creative outputs.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828800"/>
            <a:ext cx="43891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Creating novel content: text, images, music, code.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Models like GPT-3, DALL-E, and Midjourney.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Transforming creative industries, customer service, and R&amp;D.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563EB"/>
                </a:solidFill>
              </a:rPr>
              <a:t>“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F172A"/>
                </a:solidFill>
              </a:rPr>
              <a:t>The key impact of AI will be to augment human intelligence, not replace it.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— Satya Nadella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5212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Innovation begins with ideas that transform the future.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Looking Ahead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✓ AI continues its rapid, transformative journey.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✓ The ethical implications and societal impact are paramount.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✓ The future promises deeper integration and unprecedented possibilities.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5029200"/>
            <a:ext cx="4846320" cy="6400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5212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Artificial Intelligence</dc:title>
  <dc:subject>The Evolution of Artificial Intelligence</dc:subject>
  <dc:creator>ALL AI</dc:creator>
  <cp:lastModifiedBy>ALL AI</cp:lastModifiedBy>
  <cp:revision>1</cp:revision>
  <dcterms:created xsi:type="dcterms:W3CDTF">2026-07-15T10:50:27Z</dcterms:created>
  <dcterms:modified xsi:type="dcterms:W3CDTF">2026-07-15T10:50:27Z</dcterms:modified>
</cp:coreProperties>
</file>